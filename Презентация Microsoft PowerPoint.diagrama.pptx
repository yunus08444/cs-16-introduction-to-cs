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8D326-D640-425A-97BF-DA24BFCC7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3C39AF-4A18-4C74-8F0F-CB7BB483D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5A84D0-9024-47A6-9E26-BFC8AEC6D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D024-F17B-44B9-B850-6F4294F31800}" type="datetimeFigureOut">
              <a:rPr lang="ru-RU" smtClean="0"/>
              <a:t>05.11.2024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439411-D6D6-494D-9985-9A16465A4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4395A4-48FF-4BD7-A78F-06CEA5316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61E7-9FE7-402B-8A86-5AE65C2CC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0078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3EFD45-A861-4C5F-B0CC-83A2FF4D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AFF27D-0737-4ADF-8E9D-11A0FAD86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F4B7D8-F951-4D16-BE06-967237B7D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D024-F17B-44B9-B850-6F4294F31800}" type="datetimeFigureOut">
              <a:rPr lang="ru-RU" smtClean="0"/>
              <a:t>05.11.2024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CA4F0F-E7B6-472B-A273-B95982F72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3B84F7-7094-4FBE-A10B-B2D94B69B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61E7-9FE7-402B-8A86-5AE65C2CC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189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DCE64B-742C-4BC1-9819-C2675AEA4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F3063C-8909-4CD8-BAD5-717A6EE0C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2A5FD1-8F67-4B86-8D08-CADC560A6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D024-F17B-44B9-B850-6F4294F31800}" type="datetimeFigureOut">
              <a:rPr lang="ru-RU" smtClean="0"/>
              <a:t>05.11.2024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B7CF35-FF20-49EB-B735-63C3658F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A798B9-7F42-4BAE-B8C4-637D2517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61E7-9FE7-402B-8A86-5AE65C2CC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517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01E36A-06C1-4DDE-9841-CE7F1A279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8418F8-4681-489E-9E77-626E2B9F3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16E943B-B151-4476-8A8A-3E0425334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E2208CE-6DD1-4005-91CB-0A711C35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D024-F17B-44B9-B850-6F4294F31800}" type="datetimeFigureOut">
              <a:rPr lang="ru-RU" smtClean="0"/>
              <a:t>05.11.2024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49FA2F-5A34-40D4-8567-BF8F98B62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325F58-6502-4EC9-A30A-35825FE87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61E7-9FE7-402B-8A86-5AE65C2CC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720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E4E469-4706-4736-9DD7-1E66544A4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C290C3-186E-4179-B51A-01D096BBB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4A7DA49-121B-4F87-9E02-4B8F8FB254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607033B-893E-4049-A0E8-327E4E8D7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5CA1B72-01BE-4B9F-8CB1-D9B7E889BF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8DD32C8-2A1D-4C44-B090-B5CE5AA98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D024-F17B-44B9-B850-6F4294F31800}" type="datetimeFigureOut">
              <a:rPr lang="ru-RU" smtClean="0"/>
              <a:t>05.11.2024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E7D664-F92A-4776-A0D5-7D48D457E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B7AE58B-2B07-45C9-9996-1EA5F90C1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61E7-9FE7-402B-8A86-5AE65C2CC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577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80DBB2-720B-44F9-9602-9C7BBA41E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EEAFF8F-7132-471C-93D6-B2D027EE7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D024-F17B-44B9-B850-6F4294F31800}" type="datetimeFigureOut">
              <a:rPr lang="ru-RU" smtClean="0"/>
              <a:t>05.11.2024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DF8D162-7D24-424E-8AE4-852FA90DA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DBF5AF6-E3B3-49D9-A2B2-A486B4166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61E7-9FE7-402B-8A86-5AE65C2CC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288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8B81B7A-B51E-4ED8-A30E-127547C1F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D024-F17B-44B9-B850-6F4294F31800}" type="datetimeFigureOut">
              <a:rPr lang="ru-RU" smtClean="0"/>
              <a:t>05.11.2024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E358A03-2EBD-4FC3-90C8-C4760DA12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6950966-EC09-49CA-8357-215772DB9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61E7-9FE7-402B-8A86-5AE65C2CC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8936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EF0103-A806-44D6-B687-733BD5B71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8A5D09-377B-45D5-A2CF-7A6B2B1CA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3B2EC77-F7D0-4646-B474-C3F05C59E3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8D227C-4037-4FED-AAD2-8F4153625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D024-F17B-44B9-B850-6F4294F31800}" type="datetimeFigureOut">
              <a:rPr lang="ru-RU" smtClean="0"/>
              <a:t>05.11.2024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C7AB0F-E810-4A09-B379-3CECD4341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D4DE480-3039-4466-8185-4E1EA0E56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61E7-9FE7-402B-8A86-5AE65C2CC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05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8F18AA-4E57-421D-91DB-924C9810F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F4209B0-F306-4A90-96B1-B3B2DC539A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F2A7DB-371A-4C20-92EC-2A71E1923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0FA947-7C46-4979-B6BF-1BD99155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D024-F17B-44B9-B850-6F4294F31800}" type="datetimeFigureOut">
              <a:rPr lang="ru-RU" smtClean="0"/>
              <a:t>05.11.2024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0D8395-A290-44C5-842F-A08EC3472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D05221-AD78-4E61-B2E8-48D83BF54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61E7-9FE7-402B-8A86-5AE65C2CC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49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E56AE5-DFEF-44E0-B3CB-E8245EDA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241941-9AAB-47DD-9900-D1DD6E679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73BA10-C8E6-49DC-9E8B-52976E4FB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D024-F17B-44B9-B850-6F4294F31800}" type="datetimeFigureOut">
              <a:rPr lang="ru-RU" smtClean="0"/>
              <a:t>05.11.2024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2250DD-43D7-4711-8449-2DE2751FA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D9FF29-17D1-4486-9007-B9C3A1B2D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61E7-9FE7-402B-8A86-5AE65C2CC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0084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6DE7A2D-D8D2-4400-8865-D3B72F3E00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0A4D708-AF76-4B46-9533-8A5FA7BD6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E36C4B-3443-4AE2-B226-ADE1D167E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D024-F17B-44B9-B850-6F4294F31800}" type="datetimeFigureOut">
              <a:rPr lang="ru-RU" smtClean="0"/>
              <a:t>05.11.2024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A7AC59-89B6-4977-B9CD-32066E2D1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00B5C5-339B-4AA9-B415-81EC5FD40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D61E7-9FE7-402B-8A86-5AE65C2CC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686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BDA5F2-B2AD-4101-A085-EA4DDC13B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E143C46-C6A6-48D9-AC21-94E6C6AE4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15035A-3C94-4795-99BD-E2FCD3A28C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5D024-F17B-44B9-B850-6F4294F31800}" type="datetimeFigureOut">
              <a:rPr lang="ru-RU" smtClean="0"/>
              <a:t>05.11.2024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197AFB-4D36-41BF-B83C-FD1489CB41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4B3B0B-8747-4D8E-A66B-1C97884931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D61E7-9FE7-402B-8A86-5AE65C2CCD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703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CF95A-9D19-4B8A-9F99-A8540D50D5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ЖИВОТНЫЕ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04BEFCC-194A-428B-86A3-AFCB6ABA74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7145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Диаграмма ответов в Формах. Вопрос: самая высокая животное . Количество ответов: Верных ответов: 8 из 10.">
            <a:extLst>
              <a:ext uri="{FF2B5EF4-FFF2-40B4-BE49-F238E27FC236}">
                <a16:creationId xmlns:a16="http://schemas.microsoft.com/office/drawing/2014/main" id="{05AA2C8E-EE06-4EDC-B17C-ECD76584E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2616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Диаграмма ответов в Формах. Вопрос: какие животные относится к хищникам. Количество ответов: Верных ответов: 8 из 10.">
            <a:extLst>
              <a:ext uri="{FF2B5EF4-FFF2-40B4-BE49-F238E27FC236}">
                <a16:creationId xmlns:a16="http://schemas.microsoft.com/office/drawing/2014/main" id="{6D14BD28-825B-4E2E-BE24-8A0B59409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557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Диаграмма ответов в Формах. Вопрос: самая редкая животное в мире. Количество ответов: Верных ответов: 2 из 10.">
            <a:extLst>
              <a:ext uri="{FF2B5EF4-FFF2-40B4-BE49-F238E27FC236}">
                <a16:creationId xmlns:a16="http://schemas.microsoft.com/office/drawing/2014/main" id="{6CF01AE3-5B3D-4558-A992-E9B766745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45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Диаграмма ответов в Формах. Вопрос: самая большая собака в мире. Количество ответов: Верных ответов: 4 из 9.">
            <a:extLst>
              <a:ext uri="{FF2B5EF4-FFF2-40B4-BE49-F238E27FC236}">
                <a16:creationId xmlns:a16="http://schemas.microsoft.com/office/drawing/2014/main" id="{C35ACDCD-7D1C-48CA-9E52-CC5AB02D2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6862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Диаграмма ответов в Формах. Вопрос: самая маленькая птица. Количество ответов: Верных ответов: 4 из 9.">
            <a:extLst>
              <a:ext uri="{FF2B5EF4-FFF2-40B4-BE49-F238E27FC236}">
                <a16:creationId xmlns:a16="http://schemas.microsoft.com/office/drawing/2014/main" id="{56105721-62CC-408F-8BE6-1E10F9D62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5321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Диаграмма ответов в Формах. Вопрос: самая опасная животное в мире. Количество ответов: Верных ответов: 2 из 9.">
            <a:extLst>
              <a:ext uri="{FF2B5EF4-FFF2-40B4-BE49-F238E27FC236}">
                <a16:creationId xmlns:a16="http://schemas.microsoft.com/office/drawing/2014/main" id="{70D3A53A-6CED-4DEC-AEA1-C504774F1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908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Диаграмма ответов в Формах. Вопрос: сколько видов животных. Количество ответов: Верных ответов: 6 из 9.">
            <a:extLst>
              <a:ext uri="{FF2B5EF4-FFF2-40B4-BE49-F238E27FC236}">
                <a16:creationId xmlns:a16="http://schemas.microsoft.com/office/drawing/2014/main" id="{3C1BB7E4-AECA-48B2-9F2B-4FD2BFC37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244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Диаграмма ответов в Формах. Вопрос: .Какое животное японцы называют «лошадью с распухшей спиной»?&#10;. Количество ответов: Верных ответов: 6 из 9.">
            <a:extLst>
              <a:ext uri="{FF2B5EF4-FFF2-40B4-BE49-F238E27FC236}">
                <a16:creationId xmlns:a16="http://schemas.microsoft.com/office/drawing/2014/main" id="{5A0B99F5-2E64-49A5-B893-10F571E68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408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Диаграмма ответов в Формах. Вопрос: Какому животному стоят памятники в Токио и в Париже?&#10;. Количество ответов: Верных ответов: 6 из 9.">
            <a:extLst>
              <a:ext uri="{FF2B5EF4-FFF2-40B4-BE49-F238E27FC236}">
                <a16:creationId xmlns:a16="http://schemas.microsoft.com/office/drawing/2014/main" id="{A309FB01-1BBB-443D-BC94-95D9A881C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944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Диаграмма ответов в Формах. Вопрос: Какое животное издает самые громкие звуки на Земле?&#10;. Количество ответов: Верных ответов: 7 из 9.">
            <a:extLst>
              <a:ext uri="{FF2B5EF4-FFF2-40B4-BE49-F238E27FC236}">
                <a16:creationId xmlns:a16="http://schemas.microsoft.com/office/drawing/2014/main" id="{AA8558F2-FD1F-47D7-BB93-EBE598ACD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95742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</Words>
  <Application>Microsoft Office PowerPoint</Application>
  <PresentationFormat>Широкоэкранный</PresentationFormat>
  <Paragraphs>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ЖИВОТНЫЕ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ЖИВОТНЫЕ</dc:title>
  <dc:creator>Пользователь</dc:creator>
  <cp:lastModifiedBy>Пользователь</cp:lastModifiedBy>
  <cp:revision>1</cp:revision>
  <dcterms:created xsi:type="dcterms:W3CDTF">2024-11-05T06:03:19Z</dcterms:created>
  <dcterms:modified xsi:type="dcterms:W3CDTF">2024-11-05T06:07:46Z</dcterms:modified>
</cp:coreProperties>
</file>